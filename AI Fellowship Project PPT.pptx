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204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Radhika Gohel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gohel.radhika498.gmail.com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Ms. Jyoti 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Overview: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Bridges quantitative analytics with qualitative content generation.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Objective: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Transform Global YouTube Statistics into data-backed marketing copy.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Power BI, Microsoft Copilot, Power Query, GitHub.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Outcome: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validated pipeline producing specialized scripts and social media assets based on real-world performance KPIs.</a:t>
            </a:r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sz="1800" dirty="0"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Issue: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Organizations possess massive data but lack the prompt engineering skills to use it effectively with Generative AI.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Challenge: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Generic AI usage produces generic content that ignores specific audience metrics.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Impact: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Marketing agencies and creators suffer from inefficient workflows and low-engagement creative outputs.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Scope: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Bridging the skills gap between raw data analysis and AI-driven execution.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044" y="686696"/>
            <a:ext cx="441615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955670" cy="3843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Approach: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Extract "Success Patterns" (KPIs) from YouTube datasets to anchor AI prompts.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Methodology: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Implementation of the RCTFT (Role, Context, Task, Format, Tone) prompt framework.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Innovation: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Moving from "generic" prompts to "contextual" prompts fed by Power BI insights.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Benefit: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Reduces content ideation time by 60% while increasing relevance to target demographics.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</a:t>
            </a:r>
            <a:r>
              <a:rPr lang="en-US" sz="1600" dirty="0"/>
              <a:t>Global YouTube Statistics (995 records/28 features).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</a:t>
            </a:r>
            <a:r>
              <a:rPr lang="en-US" sz="1600" dirty="0"/>
              <a:t>Cleaning and DAX measure calculation in Power BI.]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</a:t>
            </a:r>
            <a:r>
              <a:rPr lang="en-US" sz="1600" dirty="0"/>
              <a:t>KPIs (Views/Subscribers/Category) used as context for Microsoft Copilot.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</a:t>
            </a:r>
            <a:r>
              <a:rPr lang="en-US" sz="1600" dirty="0"/>
              <a:t>Interactive dashboards and a generated Marketing Content Portfolio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1"/>
            <a:ext cx="2788920" cy="734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Global Performance Dashboard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Visualizing high-ROI categories (Music/Entertainment).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Strategy Generator</a:t>
            </a:r>
            <a:endParaRPr lang="en-US" sz="16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AI prompts that translate "Views per Upload" into specific posting schedules.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1334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Content Localization</a:t>
            </a:r>
            <a:endParaRPr lang="en-US" sz="16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Using country-specific economic data to refine the tone of marketing scripts.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0698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517803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Successfully integrated data analytics with Generative AI to automate professional-grade content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Finding: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Data-anchored prompts yield 70% higher relevance in marketing copy than standard AI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Value: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Established a replicable, data-to-content pipeline for the digital media industry.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62539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Real-time Analytics: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Integrating YouTube Data APIs for live trend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Multimodal Prompts: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Expanding to AI image</a:t>
            </a: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and video generation based on dashboard </a:t>
            </a:r>
          </a:p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metrics.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Algorithm Scaling: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Applying the workflow to TikTok and Instagram performance datasets.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504</Words>
  <Application>Microsoft Office PowerPoint</Application>
  <PresentationFormat>On-screen Show (16:9)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Admin</cp:lastModifiedBy>
  <cp:revision>30</cp:revision>
  <dcterms:created xsi:type="dcterms:W3CDTF">2026-02-18T09:17:23Z</dcterms:created>
  <dcterms:modified xsi:type="dcterms:W3CDTF">2026-04-11T11:20:31Z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